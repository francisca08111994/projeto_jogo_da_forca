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D5FBEA-5B47-41BC-8754-34933F4506B1}" v="1" dt="2026-05-02T17:09:04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a Silva" userId="ad9f3a03ef20a2fe" providerId="LiveId" clId="{787D6307-8A75-4EF7-A71B-7B9A8D2234DF}"/>
    <pc:docChg chg="modSld">
      <pc:chgData name="Francisca Silva" userId="ad9f3a03ef20a2fe" providerId="LiveId" clId="{787D6307-8A75-4EF7-A71B-7B9A8D2234DF}" dt="2026-05-02T17:09:58.288" v="34" actId="1076"/>
      <pc:docMkLst>
        <pc:docMk/>
      </pc:docMkLst>
      <pc:sldChg chg="addSp modSp mod">
        <pc:chgData name="Francisca Silva" userId="ad9f3a03ef20a2fe" providerId="LiveId" clId="{787D6307-8A75-4EF7-A71B-7B9A8D2234DF}" dt="2026-05-02T17:09:58.288" v="34" actId="1076"/>
        <pc:sldMkLst>
          <pc:docMk/>
          <pc:sldMk cId="0" sldId="256"/>
        </pc:sldMkLst>
        <pc:spChg chg="add mod">
          <ac:chgData name="Francisca Silva" userId="ad9f3a03ef20a2fe" providerId="LiveId" clId="{787D6307-8A75-4EF7-A71B-7B9A8D2234DF}" dt="2026-05-02T17:09:58.288" v="34" actId="1076"/>
          <ac:spMkLst>
            <pc:docMk/>
            <pc:sldMk cId="0" sldId="256"/>
            <ac:spMk id="3" creationId="{8BD638DA-5E8B-42AE-4E80-EDDBD62379B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9F1FC-C438-420D-9679-C8F7CB36A0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81F1F3-D32E-45BC-A76F-59B11970B96B}">
      <dgm:prSet/>
      <dgm:spPr/>
      <dgm:t>
        <a:bodyPr/>
        <a:lstStyle/>
        <a:p>
          <a:r>
            <a:rPr lang="en-US" dirty="0" err="1"/>
            <a:t>Palavras</a:t>
          </a:r>
          <a:r>
            <a:rPr lang="en-US" dirty="0"/>
            <a:t> </a:t>
          </a:r>
          <a:r>
            <a:rPr lang="en-US" dirty="0" err="1"/>
            <a:t>aleatórias</a:t>
          </a:r>
          <a:endParaRPr lang="en-US" dirty="0"/>
        </a:p>
      </dgm:t>
    </dgm:pt>
    <dgm:pt modelId="{85F4C28A-38BC-4444-86E1-464463BB6C12}" type="parTrans" cxnId="{79A03D46-1E18-4C4B-ADA7-E478BF7A80B7}">
      <dgm:prSet/>
      <dgm:spPr/>
      <dgm:t>
        <a:bodyPr/>
        <a:lstStyle/>
        <a:p>
          <a:endParaRPr lang="en-US"/>
        </a:p>
      </dgm:t>
    </dgm:pt>
    <dgm:pt modelId="{700182B2-C3B0-4978-B09F-2D2E23D9B05D}" type="sibTrans" cxnId="{79A03D46-1E18-4C4B-ADA7-E478BF7A80B7}">
      <dgm:prSet/>
      <dgm:spPr/>
      <dgm:t>
        <a:bodyPr/>
        <a:lstStyle/>
        <a:p>
          <a:endParaRPr lang="en-US"/>
        </a:p>
      </dgm:t>
    </dgm:pt>
    <dgm:pt modelId="{B4513C17-A850-4A39-981B-5372A601516B}">
      <dgm:prSet/>
      <dgm:spPr/>
      <dgm:t>
        <a:bodyPr/>
        <a:lstStyle/>
        <a:p>
          <a:r>
            <a:rPr lang="en-US" dirty="0" err="1"/>
            <a:t>Níveis</a:t>
          </a:r>
          <a:r>
            <a:rPr lang="en-US" dirty="0"/>
            <a:t> de </a:t>
          </a:r>
          <a:r>
            <a:rPr lang="en-US" dirty="0" err="1"/>
            <a:t>dificuldade</a:t>
          </a:r>
          <a:endParaRPr lang="en-US" dirty="0"/>
        </a:p>
      </dgm:t>
    </dgm:pt>
    <dgm:pt modelId="{3DD0B972-24F3-4DBD-97DB-ACF173292756}" type="parTrans" cxnId="{D352DB46-1E9C-4FF7-9B3C-7750617EE2B7}">
      <dgm:prSet/>
      <dgm:spPr/>
      <dgm:t>
        <a:bodyPr/>
        <a:lstStyle/>
        <a:p>
          <a:endParaRPr lang="en-US"/>
        </a:p>
      </dgm:t>
    </dgm:pt>
    <dgm:pt modelId="{BCF7AA38-5FD4-4807-BE8E-7CBEBC9580C3}" type="sibTrans" cxnId="{D352DB46-1E9C-4FF7-9B3C-7750617EE2B7}">
      <dgm:prSet/>
      <dgm:spPr/>
      <dgm:t>
        <a:bodyPr/>
        <a:lstStyle/>
        <a:p>
          <a:endParaRPr lang="en-US"/>
        </a:p>
      </dgm:t>
    </dgm:pt>
    <dgm:pt modelId="{34DD245C-6C3A-4673-A7FC-2D0175BB59E2}">
      <dgm:prSet/>
      <dgm:spPr/>
      <dgm:t>
        <a:bodyPr/>
        <a:lstStyle/>
        <a:p>
          <a:r>
            <a:rPr lang="en-US" dirty="0"/>
            <a:t>Interface </a:t>
          </a:r>
          <a:r>
            <a:rPr lang="en-US" dirty="0" err="1"/>
            <a:t>gráfica</a:t>
          </a:r>
          <a:endParaRPr lang="en-US" dirty="0"/>
        </a:p>
      </dgm:t>
    </dgm:pt>
    <dgm:pt modelId="{DFEF5158-2468-4374-9B8A-6BB4BBC11C2B}" type="parTrans" cxnId="{7CCABC5B-EC26-431C-A031-1DD2D107C294}">
      <dgm:prSet/>
      <dgm:spPr/>
      <dgm:t>
        <a:bodyPr/>
        <a:lstStyle/>
        <a:p>
          <a:endParaRPr lang="en-US"/>
        </a:p>
      </dgm:t>
    </dgm:pt>
    <dgm:pt modelId="{83EB40FA-5CDA-4B2E-898B-5216FE509DE3}" type="sibTrans" cxnId="{7CCABC5B-EC26-431C-A031-1DD2D107C294}">
      <dgm:prSet/>
      <dgm:spPr/>
      <dgm:t>
        <a:bodyPr/>
        <a:lstStyle/>
        <a:p>
          <a:endParaRPr lang="en-US"/>
        </a:p>
      </dgm:t>
    </dgm:pt>
    <dgm:pt modelId="{DBD673E0-7780-40A4-921A-52E014B35EFC}">
      <dgm:prSet/>
      <dgm:spPr/>
      <dgm:t>
        <a:bodyPr/>
        <a:lstStyle/>
        <a:p>
          <a:r>
            <a:rPr lang="en-US" dirty="0" err="1"/>
            <a:t>Pontuação</a:t>
          </a:r>
          <a:endParaRPr lang="en-US" dirty="0"/>
        </a:p>
      </dgm:t>
    </dgm:pt>
    <dgm:pt modelId="{7DD583CB-A7EC-4837-8800-19E4F974FAF8}" type="parTrans" cxnId="{504F21FA-6BDF-43FC-855B-3360FEF310DF}">
      <dgm:prSet/>
      <dgm:spPr/>
      <dgm:t>
        <a:bodyPr/>
        <a:lstStyle/>
        <a:p>
          <a:endParaRPr lang="en-US"/>
        </a:p>
      </dgm:t>
    </dgm:pt>
    <dgm:pt modelId="{7AC73270-32F2-42C4-B05A-102456708356}" type="sibTrans" cxnId="{504F21FA-6BDF-43FC-855B-3360FEF310DF}">
      <dgm:prSet/>
      <dgm:spPr/>
      <dgm:t>
        <a:bodyPr/>
        <a:lstStyle/>
        <a:p>
          <a:endParaRPr lang="en-US"/>
        </a:p>
      </dgm:t>
    </dgm:pt>
    <dgm:pt modelId="{2454B886-4EA3-41D6-9441-2EF6DFB53E73}">
      <dgm:prSet/>
      <dgm:spPr/>
      <dgm:t>
        <a:bodyPr/>
        <a:lstStyle/>
        <a:p>
          <a:r>
            <a:rPr lang="en-US" dirty="0" err="1"/>
            <a:t>Desenho</a:t>
          </a:r>
          <a:r>
            <a:rPr lang="en-US" dirty="0"/>
            <a:t> da </a:t>
          </a:r>
          <a:r>
            <a:rPr lang="en-US" dirty="0" err="1"/>
            <a:t>forca</a:t>
          </a:r>
          <a:endParaRPr lang="en-US" dirty="0"/>
        </a:p>
      </dgm:t>
    </dgm:pt>
    <dgm:pt modelId="{999F0526-8010-4442-9CB3-54F83FFEC328}" type="parTrans" cxnId="{33827EB5-D3C7-48D0-A774-732308E8E931}">
      <dgm:prSet/>
      <dgm:spPr/>
      <dgm:t>
        <a:bodyPr/>
        <a:lstStyle/>
        <a:p>
          <a:endParaRPr lang="en-US"/>
        </a:p>
      </dgm:t>
    </dgm:pt>
    <dgm:pt modelId="{5A0860CC-CB7B-4C5F-8197-71C3E5CA2D19}" type="sibTrans" cxnId="{33827EB5-D3C7-48D0-A774-732308E8E931}">
      <dgm:prSet/>
      <dgm:spPr/>
      <dgm:t>
        <a:bodyPr/>
        <a:lstStyle/>
        <a:p>
          <a:endParaRPr lang="en-US"/>
        </a:p>
      </dgm:t>
    </dgm:pt>
    <dgm:pt modelId="{A2D437A2-88AA-4A05-A400-60F5A91E5EDC}" type="pres">
      <dgm:prSet presAssocID="{E5C9F1FC-C438-420D-9679-C8F7CB36A0E5}" presName="root" presStyleCnt="0">
        <dgm:presLayoutVars>
          <dgm:dir/>
          <dgm:resizeHandles val="exact"/>
        </dgm:presLayoutVars>
      </dgm:prSet>
      <dgm:spPr/>
    </dgm:pt>
    <dgm:pt modelId="{25D60279-2958-4EA5-B8AD-78DB37355A6C}" type="pres">
      <dgm:prSet presAssocID="{6F81F1F3-D32E-45BC-A76F-59B11970B96B}" presName="compNode" presStyleCnt="0"/>
      <dgm:spPr/>
    </dgm:pt>
    <dgm:pt modelId="{8F63C902-E716-4938-A88F-FAEBDBEBA244}" type="pres">
      <dgm:prSet presAssocID="{6F81F1F3-D32E-45BC-A76F-59B11970B96B}" presName="bgRect" presStyleLbl="bgShp" presStyleIdx="0" presStyleCnt="5"/>
      <dgm:spPr/>
    </dgm:pt>
    <dgm:pt modelId="{DE8C4016-CB43-4DC4-B8F1-B9045F3A54DA}" type="pres">
      <dgm:prSet presAssocID="{6F81F1F3-D32E-45BC-A76F-59B11970B96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versar"/>
        </a:ext>
      </dgm:extLst>
    </dgm:pt>
    <dgm:pt modelId="{DDDD3F23-B130-48B0-AD86-0D2028A83C95}" type="pres">
      <dgm:prSet presAssocID="{6F81F1F3-D32E-45BC-A76F-59B11970B96B}" presName="spaceRect" presStyleCnt="0"/>
      <dgm:spPr/>
    </dgm:pt>
    <dgm:pt modelId="{7C89CDAF-D7E8-46BD-8CF5-1BD8F2FA28BD}" type="pres">
      <dgm:prSet presAssocID="{6F81F1F3-D32E-45BC-A76F-59B11970B96B}" presName="parTx" presStyleLbl="revTx" presStyleIdx="0" presStyleCnt="5">
        <dgm:presLayoutVars>
          <dgm:chMax val="0"/>
          <dgm:chPref val="0"/>
        </dgm:presLayoutVars>
      </dgm:prSet>
      <dgm:spPr/>
    </dgm:pt>
    <dgm:pt modelId="{5097611B-0F78-40A0-B228-30C2B939D50A}" type="pres">
      <dgm:prSet presAssocID="{700182B2-C3B0-4978-B09F-2D2E23D9B05D}" presName="sibTrans" presStyleCnt="0"/>
      <dgm:spPr/>
    </dgm:pt>
    <dgm:pt modelId="{0E115593-3E33-4520-AFCA-BD1FDA648B2C}" type="pres">
      <dgm:prSet presAssocID="{B4513C17-A850-4A39-981B-5372A601516B}" presName="compNode" presStyleCnt="0"/>
      <dgm:spPr/>
    </dgm:pt>
    <dgm:pt modelId="{28779427-1114-4002-B254-1F4CB575175F}" type="pres">
      <dgm:prSet presAssocID="{B4513C17-A850-4A39-981B-5372A601516B}" presName="bgRect" presStyleLbl="bgShp" presStyleIdx="1" presStyleCnt="5"/>
      <dgm:spPr/>
    </dgm:pt>
    <dgm:pt modelId="{63942D41-11D9-4FED-ABAF-4342742EC07E}" type="pres">
      <dgm:prSet presAssocID="{B4513C17-A850-4A39-981B-5372A601516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0F0FB186-9D7C-44BD-8149-520127889291}" type="pres">
      <dgm:prSet presAssocID="{B4513C17-A850-4A39-981B-5372A601516B}" presName="spaceRect" presStyleCnt="0"/>
      <dgm:spPr/>
    </dgm:pt>
    <dgm:pt modelId="{08712D8B-3FC3-424F-A61E-B7221FBB5CE2}" type="pres">
      <dgm:prSet presAssocID="{B4513C17-A850-4A39-981B-5372A601516B}" presName="parTx" presStyleLbl="revTx" presStyleIdx="1" presStyleCnt="5">
        <dgm:presLayoutVars>
          <dgm:chMax val="0"/>
          <dgm:chPref val="0"/>
        </dgm:presLayoutVars>
      </dgm:prSet>
      <dgm:spPr/>
    </dgm:pt>
    <dgm:pt modelId="{01487274-0156-437E-A1A6-E701A2022986}" type="pres">
      <dgm:prSet presAssocID="{BCF7AA38-5FD4-4807-BE8E-7CBEBC9580C3}" presName="sibTrans" presStyleCnt="0"/>
      <dgm:spPr/>
    </dgm:pt>
    <dgm:pt modelId="{A24F0A00-9648-413D-B04D-319C95457AD7}" type="pres">
      <dgm:prSet presAssocID="{34DD245C-6C3A-4673-A7FC-2D0175BB59E2}" presName="compNode" presStyleCnt="0"/>
      <dgm:spPr/>
    </dgm:pt>
    <dgm:pt modelId="{5BD0818B-1EE8-420C-8613-A6493ACD3E29}" type="pres">
      <dgm:prSet presAssocID="{34DD245C-6C3A-4673-A7FC-2D0175BB59E2}" presName="bgRect" presStyleLbl="bgShp" presStyleIdx="2" presStyleCnt="5"/>
      <dgm:spPr/>
    </dgm:pt>
    <dgm:pt modelId="{E8485701-44C1-4A0B-9462-1A9FFBBB3E74}" type="pres">
      <dgm:prSet presAssocID="{34DD245C-6C3A-4673-A7FC-2D0175BB59E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A13B9A6-0EA4-41D9-8B80-1B8E4E695EE6}" type="pres">
      <dgm:prSet presAssocID="{34DD245C-6C3A-4673-A7FC-2D0175BB59E2}" presName="spaceRect" presStyleCnt="0"/>
      <dgm:spPr/>
    </dgm:pt>
    <dgm:pt modelId="{7B64164F-9E4D-46F4-B1EB-B838F3859E7C}" type="pres">
      <dgm:prSet presAssocID="{34DD245C-6C3A-4673-A7FC-2D0175BB59E2}" presName="parTx" presStyleLbl="revTx" presStyleIdx="2" presStyleCnt="5">
        <dgm:presLayoutVars>
          <dgm:chMax val="0"/>
          <dgm:chPref val="0"/>
        </dgm:presLayoutVars>
      </dgm:prSet>
      <dgm:spPr/>
    </dgm:pt>
    <dgm:pt modelId="{CD089A06-2B04-43BF-8A38-337866336357}" type="pres">
      <dgm:prSet presAssocID="{83EB40FA-5CDA-4B2E-898B-5216FE509DE3}" presName="sibTrans" presStyleCnt="0"/>
      <dgm:spPr/>
    </dgm:pt>
    <dgm:pt modelId="{4FFCEBC3-26BE-42D4-AEA7-B70E70C6570C}" type="pres">
      <dgm:prSet presAssocID="{DBD673E0-7780-40A4-921A-52E014B35EFC}" presName="compNode" presStyleCnt="0"/>
      <dgm:spPr/>
    </dgm:pt>
    <dgm:pt modelId="{59E3DC5D-EDFC-40C3-BC6E-A2281FBE0DA2}" type="pres">
      <dgm:prSet presAssocID="{DBD673E0-7780-40A4-921A-52E014B35EFC}" presName="bgRect" presStyleLbl="bgShp" presStyleIdx="3" presStyleCnt="5"/>
      <dgm:spPr/>
    </dgm:pt>
    <dgm:pt modelId="{DDFDC317-BEC4-47D6-B2F1-1714D4E87CE0}" type="pres">
      <dgm:prSet presAssocID="{DBD673E0-7780-40A4-921A-52E014B35EF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14C2CC23-1487-45CA-9388-2C8C7D0CB954}" type="pres">
      <dgm:prSet presAssocID="{DBD673E0-7780-40A4-921A-52E014B35EFC}" presName="spaceRect" presStyleCnt="0"/>
      <dgm:spPr/>
    </dgm:pt>
    <dgm:pt modelId="{5104967C-0BEA-4879-9C48-84D855577E09}" type="pres">
      <dgm:prSet presAssocID="{DBD673E0-7780-40A4-921A-52E014B35EFC}" presName="parTx" presStyleLbl="revTx" presStyleIdx="3" presStyleCnt="5">
        <dgm:presLayoutVars>
          <dgm:chMax val="0"/>
          <dgm:chPref val="0"/>
        </dgm:presLayoutVars>
      </dgm:prSet>
      <dgm:spPr/>
    </dgm:pt>
    <dgm:pt modelId="{EAF1EDF3-6172-4B53-B7D1-1539BDC66CF7}" type="pres">
      <dgm:prSet presAssocID="{7AC73270-32F2-42C4-B05A-102456708356}" presName="sibTrans" presStyleCnt="0"/>
      <dgm:spPr/>
    </dgm:pt>
    <dgm:pt modelId="{E4454A3C-CB0F-4E3E-AE97-C9AEBBB1C4EE}" type="pres">
      <dgm:prSet presAssocID="{2454B886-4EA3-41D6-9441-2EF6DFB53E73}" presName="compNode" presStyleCnt="0"/>
      <dgm:spPr/>
    </dgm:pt>
    <dgm:pt modelId="{A1062BFE-2C1C-46C1-A382-645450C07414}" type="pres">
      <dgm:prSet presAssocID="{2454B886-4EA3-41D6-9441-2EF6DFB53E73}" presName="bgRect" presStyleLbl="bgShp" presStyleIdx="4" presStyleCnt="5"/>
      <dgm:spPr/>
    </dgm:pt>
    <dgm:pt modelId="{B769FEDA-7F54-483B-8305-A6EAC8EEF668}" type="pres">
      <dgm:prSet presAssocID="{2454B886-4EA3-41D6-9441-2EF6DFB53E7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bide"/>
        </a:ext>
      </dgm:extLst>
    </dgm:pt>
    <dgm:pt modelId="{EB8CB2B5-FFC5-4902-BA8D-FECE9B278A04}" type="pres">
      <dgm:prSet presAssocID="{2454B886-4EA3-41D6-9441-2EF6DFB53E73}" presName="spaceRect" presStyleCnt="0"/>
      <dgm:spPr/>
    </dgm:pt>
    <dgm:pt modelId="{EDD27A46-815B-413B-89F8-78D49A40CB66}" type="pres">
      <dgm:prSet presAssocID="{2454B886-4EA3-41D6-9441-2EF6DFB53E7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2CFB901-A793-4102-945B-6C6941E81818}" type="presOf" srcId="{2454B886-4EA3-41D6-9441-2EF6DFB53E73}" destId="{EDD27A46-815B-413B-89F8-78D49A40CB66}" srcOrd="0" destOrd="0" presId="urn:microsoft.com/office/officeart/2018/2/layout/IconVerticalSolidList"/>
    <dgm:cxn modelId="{7CCABC5B-EC26-431C-A031-1DD2D107C294}" srcId="{E5C9F1FC-C438-420D-9679-C8F7CB36A0E5}" destId="{34DD245C-6C3A-4673-A7FC-2D0175BB59E2}" srcOrd="2" destOrd="0" parTransId="{DFEF5158-2468-4374-9B8A-6BB4BBC11C2B}" sibTransId="{83EB40FA-5CDA-4B2E-898B-5216FE509DE3}"/>
    <dgm:cxn modelId="{79A03D46-1E18-4C4B-ADA7-E478BF7A80B7}" srcId="{E5C9F1FC-C438-420D-9679-C8F7CB36A0E5}" destId="{6F81F1F3-D32E-45BC-A76F-59B11970B96B}" srcOrd="0" destOrd="0" parTransId="{85F4C28A-38BC-4444-86E1-464463BB6C12}" sibTransId="{700182B2-C3B0-4978-B09F-2D2E23D9B05D}"/>
    <dgm:cxn modelId="{E6D6B666-CB9C-4C6F-ACFE-B060F9059AC0}" type="presOf" srcId="{DBD673E0-7780-40A4-921A-52E014B35EFC}" destId="{5104967C-0BEA-4879-9C48-84D855577E09}" srcOrd="0" destOrd="0" presId="urn:microsoft.com/office/officeart/2018/2/layout/IconVerticalSolidList"/>
    <dgm:cxn modelId="{D352DB46-1E9C-4FF7-9B3C-7750617EE2B7}" srcId="{E5C9F1FC-C438-420D-9679-C8F7CB36A0E5}" destId="{B4513C17-A850-4A39-981B-5372A601516B}" srcOrd="1" destOrd="0" parTransId="{3DD0B972-24F3-4DBD-97DB-ACF173292756}" sibTransId="{BCF7AA38-5FD4-4807-BE8E-7CBEBC9580C3}"/>
    <dgm:cxn modelId="{0BDAEC54-F682-4A0E-B2B6-1DEBD9DF9F61}" type="presOf" srcId="{B4513C17-A850-4A39-981B-5372A601516B}" destId="{08712D8B-3FC3-424F-A61E-B7221FBB5CE2}" srcOrd="0" destOrd="0" presId="urn:microsoft.com/office/officeart/2018/2/layout/IconVerticalSolidList"/>
    <dgm:cxn modelId="{8051D255-E2D2-4545-B5AB-96EE35D8428E}" type="presOf" srcId="{E5C9F1FC-C438-420D-9679-C8F7CB36A0E5}" destId="{A2D437A2-88AA-4A05-A400-60F5A91E5EDC}" srcOrd="0" destOrd="0" presId="urn:microsoft.com/office/officeart/2018/2/layout/IconVerticalSolidList"/>
    <dgm:cxn modelId="{33827EB5-D3C7-48D0-A774-732308E8E931}" srcId="{E5C9F1FC-C438-420D-9679-C8F7CB36A0E5}" destId="{2454B886-4EA3-41D6-9441-2EF6DFB53E73}" srcOrd="4" destOrd="0" parTransId="{999F0526-8010-4442-9CB3-54F83FFEC328}" sibTransId="{5A0860CC-CB7B-4C5F-8197-71C3E5CA2D19}"/>
    <dgm:cxn modelId="{948C64BF-F1E2-48C0-ABF7-8C2C28D736C7}" type="presOf" srcId="{34DD245C-6C3A-4673-A7FC-2D0175BB59E2}" destId="{7B64164F-9E4D-46F4-B1EB-B838F3859E7C}" srcOrd="0" destOrd="0" presId="urn:microsoft.com/office/officeart/2018/2/layout/IconVerticalSolidList"/>
    <dgm:cxn modelId="{C5765FD9-D4A1-4A2C-954A-7C4AE3FE3850}" type="presOf" srcId="{6F81F1F3-D32E-45BC-A76F-59B11970B96B}" destId="{7C89CDAF-D7E8-46BD-8CF5-1BD8F2FA28BD}" srcOrd="0" destOrd="0" presId="urn:microsoft.com/office/officeart/2018/2/layout/IconVerticalSolidList"/>
    <dgm:cxn modelId="{504F21FA-6BDF-43FC-855B-3360FEF310DF}" srcId="{E5C9F1FC-C438-420D-9679-C8F7CB36A0E5}" destId="{DBD673E0-7780-40A4-921A-52E014B35EFC}" srcOrd="3" destOrd="0" parTransId="{7DD583CB-A7EC-4837-8800-19E4F974FAF8}" sibTransId="{7AC73270-32F2-42C4-B05A-102456708356}"/>
    <dgm:cxn modelId="{7BE63CC6-89E9-4ADE-A825-55D5AC8DD114}" type="presParOf" srcId="{A2D437A2-88AA-4A05-A400-60F5A91E5EDC}" destId="{25D60279-2958-4EA5-B8AD-78DB37355A6C}" srcOrd="0" destOrd="0" presId="urn:microsoft.com/office/officeart/2018/2/layout/IconVerticalSolidList"/>
    <dgm:cxn modelId="{7560DEE9-5899-4DF5-875B-0BB80C8BDA8B}" type="presParOf" srcId="{25D60279-2958-4EA5-B8AD-78DB37355A6C}" destId="{8F63C902-E716-4938-A88F-FAEBDBEBA244}" srcOrd="0" destOrd="0" presId="urn:microsoft.com/office/officeart/2018/2/layout/IconVerticalSolidList"/>
    <dgm:cxn modelId="{147E0991-96DD-4209-A6C8-BDC587DA7E56}" type="presParOf" srcId="{25D60279-2958-4EA5-B8AD-78DB37355A6C}" destId="{DE8C4016-CB43-4DC4-B8F1-B9045F3A54DA}" srcOrd="1" destOrd="0" presId="urn:microsoft.com/office/officeart/2018/2/layout/IconVerticalSolidList"/>
    <dgm:cxn modelId="{8ADB6F66-2366-4DFC-BC42-C3860DF8B2A9}" type="presParOf" srcId="{25D60279-2958-4EA5-B8AD-78DB37355A6C}" destId="{DDDD3F23-B130-48B0-AD86-0D2028A83C95}" srcOrd="2" destOrd="0" presId="urn:microsoft.com/office/officeart/2018/2/layout/IconVerticalSolidList"/>
    <dgm:cxn modelId="{85E58A41-939A-4F29-AF50-3838BE999BE9}" type="presParOf" srcId="{25D60279-2958-4EA5-B8AD-78DB37355A6C}" destId="{7C89CDAF-D7E8-46BD-8CF5-1BD8F2FA28BD}" srcOrd="3" destOrd="0" presId="urn:microsoft.com/office/officeart/2018/2/layout/IconVerticalSolidList"/>
    <dgm:cxn modelId="{7AFFB717-278F-456B-81F8-0658AD48C4DD}" type="presParOf" srcId="{A2D437A2-88AA-4A05-A400-60F5A91E5EDC}" destId="{5097611B-0F78-40A0-B228-30C2B939D50A}" srcOrd="1" destOrd="0" presId="urn:microsoft.com/office/officeart/2018/2/layout/IconVerticalSolidList"/>
    <dgm:cxn modelId="{7F5BEFB5-5607-4E07-8688-CA116AE6AE8C}" type="presParOf" srcId="{A2D437A2-88AA-4A05-A400-60F5A91E5EDC}" destId="{0E115593-3E33-4520-AFCA-BD1FDA648B2C}" srcOrd="2" destOrd="0" presId="urn:microsoft.com/office/officeart/2018/2/layout/IconVerticalSolidList"/>
    <dgm:cxn modelId="{8C69C875-A17A-49E0-A929-C07A3F29A242}" type="presParOf" srcId="{0E115593-3E33-4520-AFCA-BD1FDA648B2C}" destId="{28779427-1114-4002-B254-1F4CB575175F}" srcOrd="0" destOrd="0" presId="urn:microsoft.com/office/officeart/2018/2/layout/IconVerticalSolidList"/>
    <dgm:cxn modelId="{1EAEEE16-6F7B-4772-81BD-CD7FF61418C1}" type="presParOf" srcId="{0E115593-3E33-4520-AFCA-BD1FDA648B2C}" destId="{63942D41-11D9-4FED-ABAF-4342742EC07E}" srcOrd="1" destOrd="0" presId="urn:microsoft.com/office/officeart/2018/2/layout/IconVerticalSolidList"/>
    <dgm:cxn modelId="{F9234C0D-CF15-41B5-9D5D-61E429DC93C1}" type="presParOf" srcId="{0E115593-3E33-4520-AFCA-BD1FDA648B2C}" destId="{0F0FB186-9D7C-44BD-8149-520127889291}" srcOrd="2" destOrd="0" presId="urn:microsoft.com/office/officeart/2018/2/layout/IconVerticalSolidList"/>
    <dgm:cxn modelId="{5BDB028A-F87D-4733-A3BC-57737B600162}" type="presParOf" srcId="{0E115593-3E33-4520-AFCA-BD1FDA648B2C}" destId="{08712D8B-3FC3-424F-A61E-B7221FBB5CE2}" srcOrd="3" destOrd="0" presId="urn:microsoft.com/office/officeart/2018/2/layout/IconVerticalSolidList"/>
    <dgm:cxn modelId="{8EE3E1A3-8548-4557-9315-DF2E81998895}" type="presParOf" srcId="{A2D437A2-88AA-4A05-A400-60F5A91E5EDC}" destId="{01487274-0156-437E-A1A6-E701A2022986}" srcOrd="3" destOrd="0" presId="urn:microsoft.com/office/officeart/2018/2/layout/IconVerticalSolidList"/>
    <dgm:cxn modelId="{1018A7C2-C1E0-4023-8383-8A124C770A81}" type="presParOf" srcId="{A2D437A2-88AA-4A05-A400-60F5A91E5EDC}" destId="{A24F0A00-9648-413D-B04D-319C95457AD7}" srcOrd="4" destOrd="0" presId="urn:microsoft.com/office/officeart/2018/2/layout/IconVerticalSolidList"/>
    <dgm:cxn modelId="{A0BA0C66-FAEE-4707-A2E8-0E5C847B1588}" type="presParOf" srcId="{A24F0A00-9648-413D-B04D-319C95457AD7}" destId="{5BD0818B-1EE8-420C-8613-A6493ACD3E29}" srcOrd="0" destOrd="0" presId="urn:microsoft.com/office/officeart/2018/2/layout/IconVerticalSolidList"/>
    <dgm:cxn modelId="{D536FD5B-7165-46B4-952A-6587A9403C4B}" type="presParOf" srcId="{A24F0A00-9648-413D-B04D-319C95457AD7}" destId="{E8485701-44C1-4A0B-9462-1A9FFBBB3E74}" srcOrd="1" destOrd="0" presId="urn:microsoft.com/office/officeart/2018/2/layout/IconVerticalSolidList"/>
    <dgm:cxn modelId="{0E9F4C5B-4959-45E0-AA49-5CC72392D411}" type="presParOf" srcId="{A24F0A00-9648-413D-B04D-319C95457AD7}" destId="{9A13B9A6-0EA4-41D9-8B80-1B8E4E695EE6}" srcOrd="2" destOrd="0" presId="urn:microsoft.com/office/officeart/2018/2/layout/IconVerticalSolidList"/>
    <dgm:cxn modelId="{83EF364E-A05D-44C8-A632-8B51B4C08E5A}" type="presParOf" srcId="{A24F0A00-9648-413D-B04D-319C95457AD7}" destId="{7B64164F-9E4D-46F4-B1EB-B838F3859E7C}" srcOrd="3" destOrd="0" presId="urn:microsoft.com/office/officeart/2018/2/layout/IconVerticalSolidList"/>
    <dgm:cxn modelId="{652A2527-7BF4-4B3F-A905-829A7E4D1C28}" type="presParOf" srcId="{A2D437A2-88AA-4A05-A400-60F5A91E5EDC}" destId="{CD089A06-2B04-43BF-8A38-337866336357}" srcOrd="5" destOrd="0" presId="urn:microsoft.com/office/officeart/2018/2/layout/IconVerticalSolidList"/>
    <dgm:cxn modelId="{4B018A0E-7072-48B1-8EB2-A11459B4DE40}" type="presParOf" srcId="{A2D437A2-88AA-4A05-A400-60F5A91E5EDC}" destId="{4FFCEBC3-26BE-42D4-AEA7-B70E70C6570C}" srcOrd="6" destOrd="0" presId="urn:microsoft.com/office/officeart/2018/2/layout/IconVerticalSolidList"/>
    <dgm:cxn modelId="{848BF7DD-A150-434A-AB82-834CED1A7F66}" type="presParOf" srcId="{4FFCEBC3-26BE-42D4-AEA7-B70E70C6570C}" destId="{59E3DC5D-EDFC-40C3-BC6E-A2281FBE0DA2}" srcOrd="0" destOrd="0" presId="urn:microsoft.com/office/officeart/2018/2/layout/IconVerticalSolidList"/>
    <dgm:cxn modelId="{1DCAD412-9580-407E-94BC-CFABAEE21D49}" type="presParOf" srcId="{4FFCEBC3-26BE-42D4-AEA7-B70E70C6570C}" destId="{DDFDC317-BEC4-47D6-B2F1-1714D4E87CE0}" srcOrd="1" destOrd="0" presId="urn:microsoft.com/office/officeart/2018/2/layout/IconVerticalSolidList"/>
    <dgm:cxn modelId="{939D2376-54F7-4013-A343-7DBABB30E092}" type="presParOf" srcId="{4FFCEBC3-26BE-42D4-AEA7-B70E70C6570C}" destId="{14C2CC23-1487-45CA-9388-2C8C7D0CB954}" srcOrd="2" destOrd="0" presId="urn:microsoft.com/office/officeart/2018/2/layout/IconVerticalSolidList"/>
    <dgm:cxn modelId="{E93A4A52-0769-4676-B92C-80CE388611EB}" type="presParOf" srcId="{4FFCEBC3-26BE-42D4-AEA7-B70E70C6570C}" destId="{5104967C-0BEA-4879-9C48-84D855577E09}" srcOrd="3" destOrd="0" presId="urn:microsoft.com/office/officeart/2018/2/layout/IconVerticalSolidList"/>
    <dgm:cxn modelId="{76B031D3-AABF-4D66-B70A-55F5059C653F}" type="presParOf" srcId="{A2D437A2-88AA-4A05-A400-60F5A91E5EDC}" destId="{EAF1EDF3-6172-4B53-B7D1-1539BDC66CF7}" srcOrd="7" destOrd="0" presId="urn:microsoft.com/office/officeart/2018/2/layout/IconVerticalSolidList"/>
    <dgm:cxn modelId="{EC9B5BE9-4204-40C9-BFC8-396AF94BAC11}" type="presParOf" srcId="{A2D437A2-88AA-4A05-A400-60F5A91E5EDC}" destId="{E4454A3C-CB0F-4E3E-AE97-C9AEBBB1C4EE}" srcOrd="8" destOrd="0" presId="urn:microsoft.com/office/officeart/2018/2/layout/IconVerticalSolidList"/>
    <dgm:cxn modelId="{45CA938E-3882-49A0-843E-DF8E9337425C}" type="presParOf" srcId="{E4454A3C-CB0F-4E3E-AE97-C9AEBBB1C4EE}" destId="{A1062BFE-2C1C-46C1-A382-645450C07414}" srcOrd="0" destOrd="0" presId="urn:microsoft.com/office/officeart/2018/2/layout/IconVerticalSolidList"/>
    <dgm:cxn modelId="{2483706A-89EF-4DAB-977F-43B70D7CBEB7}" type="presParOf" srcId="{E4454A3C-CB0F-4E3E-AE97-C9AEBBB1C4EE}" destId="{B769FEDA-7F54-483B-8305-A6EAC8EEF668}" srcOrd="1" destOrd="0" presId="urn:microsoft.com/office/officeart/2018/2/layout/IconVerticalSolidList"/>
    <dgm:cxn modelId="{37DFB23D-6F5C-4CF3-A364-197794BB0520}" type="presParOf" srcId="{E4454A3C-CB0F-4E3E-AE97-C9AEBBB1C4EE}" destId="{EB8CB2B5-FFC5-4902-BA8D-FECE9B278A04}" srcOrd="2" destOrd="0" presId="urn:microsoft.com/office/officeart/2018/2/layout/IconVerticalSolidList"/>
    <dgm:cxn modelId="{E72D1552-CE52-4AF5-9C90-632414D13794}" type="presParOf" srcId="{E4454A3C-CB0F-4E3E-AE97-C9AEBBB1C4EE}" destId="{EDD27A46-815B-413B-89F8-78D49A40CB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3C902-E716-4938-A88F-FAEBDBEBA244}">
      <dsp:nvSpPr>
        <dsp:cNvPr id="0" name=""/>
        <dsp:cNvSpPr/>
      </dsp:nvSpPr>
      <dsp:spPr>
        <a:xfrm>
          <a:off x="0" y="3686"/>
          <a:ext cx="4731975" cy="78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C4016-CB43-4DC4-B8F1-B9045F3A54DA}">
      <dsp:nvSpPr>
        <dsp:cNvPr id="0" name=""/>
        <dsp:cNvSpPr/>
      </dsp:nvSpPr>
      <dsp:spPr>
        <a:xfrm>
          <a:off x="237516" y="180351"/>
          <a:ext cx="431848" cy="431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9CDAF-D7E8-46BD-8CF5-1BD8F2FA28BD}">
      <dsp:nvSpPr>
        <dsp:cNvPr id="0" name=""/>
        <dsp:cNvSpPr/>
      </dsp:nvSpPr>
      <dsp:spPr>
        <a:xfrm>
          <a:off x="906882" y="3686"/>
          <a:ext cx="3825092" cy="78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98" tIns="83098" rIns="83098" bIns="830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Palavras</a:t>
          </a:r>
          <a:r>
            <a:rPr lang="en-US" sz="1900" kern="1200" dirty="0"/>
            <a:t> </a:t>
          </a:r>
          <a:r>
            <a:rPr lang="en-US" sz="1900" kern="1200" dirty="0" err="1"/>
            <a:t>aleatórias</a:t>
          </a:r>
          <a:endParaRPr lang="en-US" sz="1900" kern="1200" dirty="0"/>
        </a:p>
      </dsp:txBody>
      <dsp:txXfrm>
        <a:off x="906882" y="3686"/>
        <a:ext cx="3825092" cy="785179"/>
      </dsp:txXfrm>
    </dsp:sp>
    <dsp:sp modelId="{28779427-1114-4002-B254-1F4CB575175F}">
      <dsp:nvSpPr>
        <dsp:cNvPr id="0" name=""/>
        <dsp:cNvSpPr/>
      </dsp:nvSpPr>
      <dsp:spPr>
        <a:xfrm>
          <a:off x="0" y="985160"/>
          <a:ext cx="4731975" cy="78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42D41-11D9-4FED-ABAF-4342742EC07E}">
      <dsp:nvSpPr>
        <dsp:cNvPr id="0" name=""/>
        <dsp:cNvSpPr/>
      </dsp:nvSpPr>
      <dsp:spPr>
        <a:xfrm>
          <a:off x="237516" y="1161825"/>
          <a:ext cx="431848" cy="431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12D8B-3FC3-424F-A61E-B7221FBB5CE2}">
      <dsp:nvSpPr>
        <dsp:cNvPr id="0" name=""/>
        <dsp:cNvSpPr/>
      </dsp:nvSpPr>
      <dsp:spPr>
        <a:xfrm>
          <a:off x="906882" y="985160"/>
          <a:ext cx="3825092" cy="78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98" tIns="83098" rIns="83098" bIns="830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Níveis</a:t>
          </a:r>
          <a:r>
            <a:rPr lang="en-US" sz="1900" kern="1200" dirty="0"/>
            <a:t> de </a:t>
          </a:r>
          <a:r>
            <a:rPr lang="en-US" sz="1900" kern="1200" dirty="0" err="1"/>
            <a:t>dificuldade</a:t>
          </a:r>
          <a:endParaRPr lang="en-US" sz="1900" kern="1200" dirty="0"/>
        </a:p>
      </dsp:txBody>
      <dsp:txXfrm>
        <a:off x="906882" y="985160"/>
        <a:ext cx="3825092" cy="785179"/>
      </dsp:txXfrm>
    </dsp:sp>
    <dsp:sp modelId="{5BD0818B-1EE8-420C-8613-A6493ACD3E29}">
      <dsp:nvSpPr>
        <dsp:cNvPr id="0" name=""/>
        <dsp:cNvSpPr/>
      </dsp:nvSpPr>
      <dsp:spPr>
        <a:xfrm>
          <a:off x="0" y="1966634"/>
          <a:ext cx="4731975" cy="78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85701-44C1-4A0B-9462-1A9FFBBB3E74}">
      <dsp:nvSpPr>
        <dsp:cNvPr id="0" name=""/>
        <dsp:cNvSpPr/>
      </dsp:nvSpPr>
      <dsp:spPr>
        <a:xfrm>
          <a:off x="237516" y="2143299"/>
          <a:ext cx="431848" cy="431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4164F-9E4D-46F4-B1EB-B838F3859E7C}">
      <dsp:nvSpPr>
        <dsp:cNvPr id="0" name=""/>
        <dsp:cNvSpPr/>
      </dsp:nvSpPr>
      <dsp:spPr>
        <a:xfrm>
          <a:off x="906882" y="1966634"/>
          <a:ext cx="3825092" cy="78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98" tIns="83098" rIns="83098" bIns="830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Interface </a:t>
          </a:r>
          <a:r>
            <a:rPr lang="en-US" sz="1900" kern="1200" dirty="0" err="1"/>
            <a:t>gráfica</a:t>
          </a:r>
          <a:endParaRPr lang="en-US" sz="1900" kern="1200" dirty="0"/>
        </a:p>
      </dsp:txBody>
      <dsp:txXfrm>
        <a:off x="906882" y="1966634"/>
        <a:ext cx="3825092" cy="785179"/>
      </dsp:txXfrm>
    </dsp:sp>
    <dsp:sp modelId="{59E3DC5D-EDFC-40C3-BC6E-A2281FBE0DA2}">
      <dsp:nvSpPr>
        <dsp:cNvPr id="0" name=""/>
        <dsp:cNvSpPr/>
      </dsp:nvSpPr>
      <dsp:spPr>
        <a:xfrm>
          <a:off x="0" y="2948108"/>
          <a:ext cx="4731975" cy="78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DC317-BEC4-47D6-B2F1-1714D4E87CE0}">
      <dsp:nvSpPr>
        <dsp:cNvPr id="0" name=""/>
        <dsp:cNvSpPr/>
      </dsp:nvSpPr>
      <dsp:spPr>
        <a:xfrm>
          <a:off x="237516" y="3124773"/>
          <a:ext cx="431848" cy="431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4967C-0BEA-4879-9C48-84D855577E09}">
      <dsp:nvSpPr>
        <dsp:cNvPr id="0" name=""/>
        <dsp:cNvSpPr/>
      </dsp:nvSpPr>
      <dsp:spPr>
        <a:xfrm>
          <a:off x="906882" y="2948108"/>
          <a:ext cx="3825092" cy="78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98" tIns="83098" rIns="83098" bIns="830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Pontuação</a:t>
          </a:r>
          <a:endParaRPr lang="en-US" sz="1900" kern="1200" dirty="0"/>
        </a:p>
      </dsp:txBody>
      <dsp:txXfrm>
        <a:off x="906882" y="2948108"/>
        <a:ext cx="3825092" cy="785179"/>
      </dsp:txXfrm>
    </dsp:sp>
    <dsp:sp modelId="{A1062BFE-2C1C-46C1-A382-645450C07414}">
      <dsp:nvSpPr>
        <dsp:cNvPr id="0" name=""/>
        <dsp:cNvSpPr/>
      </dsp:nvSpPr>
      <dsp:spPr>
        <a:xfrm>
          <a:off x="0" y="3929582"/>
          <a:ext cx="4731975" cy="785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9FEDA-7F54-483B-8305-A6EAC8EEF668}">
      <dsp:nvSpPr>
        <dsp:cNvPr id="0" name=""/>
        <dsp:cNvSpPr/>
      </dsp:nvSpPr>
      <dsp:spPr>
        <a:xfrm>
          <a:off x="237516" y="4106247"/>
          <a:ext cx="431848" cy="431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27A46-815B-413B-89F8-78D49A40CB66}">
      <dsp:nvSpPr>
        <dsp:cNvPr id="0" name=""/>
        <dsp:cNvSpPr/>
      </dsp:nvSpPr>
      <dsp:spPr>
        <a:xfrm>
          <a:off x="906882" y="3929582"/>
          <a:ext cx="3825092" cy="78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98" tIns="83098" rIns="83098" bIns="830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Desenho</a:t>
          </a:r>
          <a:r>
            <a:rPr lang="en-US" sz="1900" kern="1200" dirty="0"/>
            <a:t> da </a:t>
          </a:r>
          <a:r>
            <a:rPr lang="en-US" sz="1900" kern="1200" dirty="0" err="1"/>
            <a:t>forca</a:t>
          </a:r>
          <a:endParaRPr lang="en-US" sz="1900" kern="1200" dirty="0"/>
        </a:p>
      </dsp:txBody>
      <dsp:txXfrm>
        <a:off x="906882" y="3929582"/>
        <a:ext cx="3825092" cy="785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4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3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5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1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6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1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5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3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61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826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12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66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93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55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945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19" y="4406537"/>
            <a:ext cx="7080026" cy="1088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Jogo da Forca em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BAF15F-44BE-6AC9-5BDE-4AD8D9FEF802}"/>
              </a:ext>
            </a:extLst>
          </p:cNvPr>
          <p:cNvSpPr txBox="1"/>
          <p:nvPr/>
        </p:nvSpPr>
        <p:spPr>
          <a:xfrm>
            <a:off x="1028019" y="5494872"/>
            <a:ext cx="7080026" cy="621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Projeto</a:t>
            </a:r>
          </a:p>
        </p:txBody>
      </p:sp>
      <p:pic>
        <p:nvPicPr>
          <p:cNvPr id="7" name="Graphic 6" descr="Wind Chime">
            <a:extLst>
              <a:ext uri="{FF2B5EF4-FFF2-40B4-BE49-F238E27FC236}">
                <a16:creationId xmlns:a16="http://schemas.microsoft.com/office/drawing/2014/main" id="{25EA809E-1702-EB60-67B1-A03B5F09E7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768" y="643463"/>
            <a:ext cx="3249553" cy="324955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BD638DA-5E8B-42AE-4E80-EDDBD62379BA}"/>
              </a:ext>
            </a:extLst>
          </p:cNvPr>
          <p:cNvSpPr txBox="1"/>
          <p:nvPr/>
        </p:nvSpPr>
        <p:spPr>
          <a:xfrm>
            <a:off x="6475862" y="6259787"/>
            <a:ext cx="2504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400" dirty="0"/>
              <a:t>Francisca Silva</a:t>
            </a:r>
          </a:p>
          <a:p>
            <a:pPr algn="r"/>
            <a:r>
              <a:rPr lang="pt-PT" sz="1400" dirty="0"/>
              <a:t>UFCD 10805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ista superior de cubos ligados com linhas pretas">
            <a:extLst>
              <a:ext uri="{FF2B5EF4-FFF2-40B4-BE49-F238E27FC236}">
                <a16:creationId xmlns:a16="http://schemas.microsoft.com/office/drawing/2014/main" id="{A72EBD7D-3A86-280C-D5FB-4EAB89C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4358017" y="1884156"/>
            <a:ext cx="5624423" cy="3075314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5318" y="845389"/>
            <a:ext cx="2697315" cy="979017"/>
          </a:xfrm>
        </p:spPr>
        <p:txBody>
          <a:bodyPr anchor="b">
            <a:normAutofit/>
          </a:bodyPr>
          <a:lstStyle/>
          <a:p>
            <a:pPr algn="l"/>
            <a:r>
              <a:rPr lang="pt-PT" sz="2100"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5318" y="1968238"/>
            <a:ext cx="2648763" cy="3679189"/>
          </a:xfrm>
        </p:spPr>
        <p:txBody>
          <a:bodyPr anchor="t">
            <a:normAutofit/>
          </a:bodyPr>
          <a:lstStyle/>
          <a:p>
            <a:r>
              <a:rPr lang="pt-PT" sz="1400" dirty="0"/>
              <a:t>Criar um jogo simples em </a:t>
            </a:r>
            <a:r>
              <a:rPr lang="pt-PT" sz="1400"/>
              <a:t>Python</a:t>
            </a:r>
            <a:endParaRPr lang="pt-PT" sz="1400" dirty="0"/>
          </a:p>
          <a:p>
            <a:r>
              <a:rPr lang="pt-PT" sz="1400" dirty="0"/>
              <a:t>Interativo para o utilizador</a:t>
            </a:r>
          </a:p>
          <a:p>
            <a:r>
              <a:rPr lang="pt-PT" sz="1400" dirty="0"/>
              <a:t>Praticar lógica de programação</a:t>
            </a:r>
          </a:p>
          <a:p>
            <a:r>
              <a:rPr lang="pt-PT" sz="1400" dirty="0"/>
              <a:t>Trabalhar ciclos, condições e funções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ipt de computador num ecrã">
            <a:extLst>
              <a:ext uri="{FF2B5EF4-FFF2-40B4-BE49-F238E27FC236}">
                <a16:creationId xmlns:a16="http://schemas.microsoft.com/office/drawing/2014/main" id="{ABC29920-3673-D644-5D65-FE4BD8CC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-791955" y="1884155"/>
            <a:ext cx="5624423" cy="3075314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845388"/>
            <a:ext cx="2697315" cy="979016"/>
          </a:xfrm>
        </p:spPr>
        <p:txBody>
          <a:bodyPr anchor="b">
            <a:normAutofit/>
          </a:bodyPr>
          <a:lstStyle/>
          <a:p>
            <a:pPr algn="l"/>
            <a:r>
              <a:rPr lang="pt-PT" sz="2100"/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68237"/>
            <a:ext cx="2648763" cy="3679189"/>
          </a:xfrm>
        </p:spPr>
        <p:txBody>
          <a:bodyPr anchor="t">
            <a:normAutofit/>
          </a:bodyPr>
          <a:lstStyle/>
          <a:p>
            <a:pPr>
              <a:buClr>
                <a:srgbClr val="04D3EE"/>
              </a:buClr>
            </a:pPr>
            <a:r>
              <a:rPr lang="pt-PT" sz="1400"/>
              <a:t>Implementar o jogo da forca</a:t>
            </a:r>
          </a:p>
          <a:p>
            <a:pPr>
              <a:buClr>
                <a:srgbClr val="04D3EE"/>
              </a:buClr>
            </a:pPr>
            <a:r>
              <a:rPr lang="pt-PT" sz="1400"/>
              <a:t>Adivinhar palavra letra a letra</a:t>
            </a:r>
          </a:p>
          <a:p>
            <a:pPr>
              <a:buClr>
                <a:srgbClr val="04D3EE"/>
              </a:buClr>
            </a:pPr>
            <a:r>
              <a:rPr lang="pt-PT" sz="1400"/>
              <a:t>Controlar tentativas</a:t>
            </a:r>
          </a:p>
          <a:p>
            <a:pPr>
              <a:buClr>
                <a:srgbClr val="04D3EE"/>
              </a:buClr>
            </a:pPr>
            <a:r>
              <a:rPr lang="pt-PT" sz="1400"/>
              <a:t>Validar input do utilizador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pt-PT" sz="2900"/>
              <a:t>Demonstração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t>Palavra: _ _ _ _ _ _</a:t>
            </a:r>
          </a:p>
          <a:p>
            <a:r>
              <a:t>Escolhe uma letra: p</a:t>
            </a:r>
          </a:p>
          <a:p>
            <a:r>
              <a:t>Correto!</a:t>
            </a:r>
          </a:p>
          <a:p>
            <a:endParaRPr/>
          </a:p>
          <a:p>
            <a:r>
              <a:t>Palavra: p _ _ _ _ 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upa a mostrar desempenho em queda">
            <a:extLst>
              <a:ext uri="{FF2B5EF4-FFF2-40B4-BE49-F238E27FC236}">
                <a16:creationId xmlns:a16="http://schemas.microsoft.com/office/drawing/2014/main" id="{BBEA1251-9B01-DC44-F582-48808567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4358017" y="1884156"/>
            <a:ext cx="5624423" cy="3075314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5318" y="845389"/>
            <a:ext cx="2697315" cy="979017"/>
          </a:xfrm>
        </p:spPr>
        <p:txBody>
          <a:bodyPr anchor="b">
            <a:normAutofit/>
          </a:bodyPr>
          <a:lstStyle/>
          <a:p>
            <a:pPr algn="l"/>
            <a:r>
              <a:rPr lang="pt-PT" sz="2100"/>
              <a:t>Decisões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5318" y="1968238"/>
            <a:ext cx="2648763" cy="3679189"/>
          </a:xfrm>
        </p:spPr>
        <p:txBody>
          <a:bodyPr anchor="t">
            <a:normAutofit/>
          </a:bodyPr>
          <a:lstStyle/>
          <a:p>
            <a:r>
              <a:rPr lang="pt-PT" sz="1400"/>
              <a:t>Python</a:t>
            </a:r>
            <a:r>
              <a:rPr lang="pt-PT" sz="1400" dirty="0"/>
              <a:t> como linguagem</a:t>
            </a:r>
          </a:p>
          <a:p>
            <a:r>
              <a:rPr lang="pt-PT" sz="1400" dirty="0"/>
              <a:t>Funções para organizar código</a:t>
            </a:r>
          </a:p>
          <a:p>
            <a:r>
              <a:rPr lang="pt-PT" sz="1400" dirty="0"/>
              <a:t>Ciclo </a:t>
            </a:r>
            <a:r>
              <a:rPr lang="pt-PT" sz="1400"/>
              <a:t>while</a:t>
            </a:r>
            <a:endParaRPr lang="pt-PT" sz="1400" dirty="0"/>
          </a:p>
          <a:p>
            <a:r>
              <a:rPr lang="pt-PT" sz="1400" dirty="0"/>
              <a:t>Listas para letras acertadas</a:t>
            </a:r>
          </a:p>
          <a:p>
            <a:r>
              <a:rPr lang="pt-PT" sz="1400"/>
              <a:t>Try</a:t>
            </a:r>
            <a:r>
              <a:rPr lang="pt-PT" sz="1400" dirty="0"/>
              <a:t>/</a:t>
            </a:r>
            <a:r>
              <a:rPr lang="pt-PT" sz="1400"/>
              <a:t>Except</a:t>
            </a:r>
            <a:r>
              <a:rPr lang="pt-PT" sz="1400" dirty="0"/>
              <a:t> e validação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deias coloridas através de uma agulha">
            <a:extLst>
              <a:ext uri="{FF2B5EF4-FFF2-40B4-BE49-F238E27FC236}">
                <a16:creationId xmlns:a16="http://schemas.microsoft.com/office/drawing/2014/main" id="{A094B382-8857-4058-E267-6DB7DBEF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0" r="440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-791955" y="1884155"/>
            <a:ext cx="5624423" cy="3075314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845388"/>
            <a:ext cx="2697315" cy="979016"/>
          </a:xfrm>
        </p:spPr>
        <p:txBody>
          <a:bodyPr anchor="b">
            <a:normAutofit/>
          </a:bodyPr>
          <a:lstStyle/>
          <a:p>
            <a:pPr algn="l"/>
            <a:r>
              <a:rPr lang="pt-PT" sz="2100" dirty="0"/>
              <a:t>Estrutura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68237"/>
            <a:ext cx="2648763" cy="3679189"/>
          </a:xfrm>
        </p:spPr>
        <p:txBody>
          <a:bodyPr anchor="t">
            <a:normAutofit/>
          </a:bodyPr>
          <a:lstStyle/>
          <a:p>
            <a:pPr>
              <a:buClr>
                <a:srgbClr val="DE6040"/>
              </a:buClr>
            </a:pPr>
            <a:r>
              <a:rPr lang="pt-PT" sz="1400" dirty="0" err="1"/>
              <a:t>Projeto_Jogo_da_Forca</a:t>
            </a:r>
            <a:endParaRPr lang="pt-PT" sz="1400" dirty="0"/>
          </a:p>
          <a:p>
            <a:pPr>
              <a:buClr>
                <a:srgbClr val="DE6040"/>
              </a:buClr>
            </a:pPr>
            <a:r>
              <a:rPr lang="pt-PT" sz="1400" dirty="0"/>
              <a:t>├── main.py</a:t>
            </a:r>
          </a:p>
          <a:p>
            <a:pPr>
              <a:buClr>
                <a:srgbClr val="DE6040"/>
              </a:buClr>
            </a:pPr>
            <a:r>
              <a:rPr lang="pt-PT" sz="1400" dirty="0"/>
              <a:t>├── jogo.py</a:t>
            </a:r>
          </a:p>
          <a:p>
            <a:pPr>
              <a:buClr>
                <a:srgbClr val="DE6040"/>
              </a:buClr>
            </a:pPr>
            <a:r>
              <a:rPr lang="pt-PT" sz="1400" dirty="0"/>
              <a:t>├── testes.py</a:t>
            </a:r>
          </a:p>
          <a:p>
            <a:pPr>
              <a:buClr>
                <a:srgbClr val="DE6040"/>
              </a:buClr>
            </a:pPr>
            <a:r>
              <a:rPr lang="pt-PT" sz="1400" dirty="0"/>
              <a:t>└── 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307" y="609599"/>
            <a:ext cx="2559867" cy="5273675"/>
          </a:xfrm>
        </p:spPr>
        <p:txBody>
          <a:bodyPr>
            <a:normAutofit/>
          </a:bodyPr>
          <a:lstStyle/>
          <a:p>
            <a:r>
              <a:t>Melhorias futuras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7D423-FE81-4236-89DE-39776B8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480" y="609599"/>
            <a:ext cx="5167266" cy="527367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651D7E-D9D3-112D-26A0-A352FBC11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806546"/>
              </p:ext>
            </p:extLst>
          </p:nvPr>
        </p:nvGraphicFramePr>
        <p:xfrm>
          <a:off x="3718692" y="887213"/>
          <a:ext cx="4731975" cy="4718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2309062" cy="970450"/>
          </a:xfrm>
        </p:spPr>
        <p:txBody>
          <a:bodyPr anchor="b">
            <a:normAutofit/>
          </a:bodyPr>
          <a:lstStyle/>
          <a:p>
            <a:pPr algn="l"/>
            <a:r>
              <a:rPr lang="pt-PT" sz="2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49"/>
            <a:ext cx="2309062" cy="4482084"/>
          </a:xfrm>
        </p:spPr>
        <p:txBody>
          <a:bodyPr anchor="t">
            <a:normAutofit/>
          </a:bodyPr>
          <a:lstStyle/>
          <a:p>
            <a:r>
              <a:rPr lang="pt-PT" sz="1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Projeto funcional</a:t>
            </a:r>
          </a:p>
          <a:p>
            <a:r>
              <a:rPr lang="pt-PT" sz="1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Conceitos básicos de </a:t>
            </a:r>
            <a:r>
              <a:rPr lang="pt-PT" sz="1400" dirty="0" err="1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Python</a:t>
            </a:r>
            <a:endParaRPr lang="pt-PT" sz="14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pt-PT" sz="1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Base para evolução</a:t>
            </a:r>
          </a:p>
          <a:p>
            <a:r>
              <a:rPr lang="pt-PT" sz="1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Jogo interativo</a:t>
            </a:r>
          </a:p>
        </p:txBody>
      </p:sp>
      <p:pic>
        <p:nvPicPr>
          <p:cNvPr id="7" name="Graphic 6" descr="Programador">
            <a:extLst>
              <a:ext uri="{FF2B5EF4-FFF2-40B4-BE49-F238E27FC236}">
                <a16:creationId xmlns:a16="http://schemas.microsoft.com/office/drawing/2014/main" id="{11832339-9616-91EA-0C94-8AADD6934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9754" y="938177"/>
            <a:ext cx="4981645" cy="498164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12</TotalTime>
  <Words>143</Words>
  <Application>Microsoft Office PowerPoint</Application>
  <PresentationFormat>Apresentação no Ecrã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Calisto MT</vt:lpstr>
      <vt:lpstr>Wingdings 2</vt:lpstr>
      <vt:lpstr>Ardósia</vt:lpstr>
      <vt:lpstr>Jogo da Forca em Python</vt:lpstr>
      <vt:lpstr>Problema</vt:lpstr>
      <vt:lpstr>Objetivo</vt:lpstr>
      <vt:lpstr>Demonstração</vt:lpstr>
      <vt:lpstr>Decisões técnicas</vt:lpstr>
      <vt:lpstr>Estrutura do projeto</vt:lpstr>
      <vt:lpstr>Melhorias futuras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Francisca Silva</dc:creator>
  <cp:keywords/>
  <dc:description>generated using python-pptx</dc:description>
  <cp:lastModifiedBy>Francisca Silva</cp:lastModifiedBy>
  <cp:revision>2</cp:revision>
  <dcterms:created xsi:type="dcterms:W3CDTF">2013-01-27T09:14:16Z</dcterms:created>
  <dcterms:modified xsi:type="dcterms:W3CDTF">2026-05-02T17:10:03Z</dcterms:modified>
  <cp:category/>
</cp:coreProperties>
</file>